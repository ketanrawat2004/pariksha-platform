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54880" y="0"/>
            <a:ext cx="54864" cy="6858000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71323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mark,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earned.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640080" y="4663440"/>
            <a:ext cx="548640" cy="54864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84632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leak-proof, biometric-verified national exam platform.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6126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·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8229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03520" y="118872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loses ₹3,400 cr a year to paper leaks.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stop them at the source.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5303520" y="31089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24M+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0" y="3749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/ year impacted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95360" y="31089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AES-256-GCM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78240" y="3749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paper encryption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03520" y="4480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720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3-of-3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0" y="5120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 key-share lock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95360" y="4480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0" y="45720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120ms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778240" y="5120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API latency at peak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6126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Pariksha  ·  Built end-to-end in 7 days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day is broken.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failure points — every one of them costs careers.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240487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leaks before the exam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71576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2024: paper circulated on Telegram 12 hours before T-0. Re-test ordered for 24 lakh students.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118104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fraud at the centre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3429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Impersonation rings run by coaching mafias. Aadhaar photo + sleepy invigilator = 8% of seats compromised.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502920" cy="502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8496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3831336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In-exam cheating goes undetected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34440" y="414223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earpieces, hidden cameras, second-screen capture — invigilators see 1/40 candidates at a time.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62856"/>
            <a:ext cx="502920" cy="50292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5628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34440" y="454456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tampering &amp; re-evaluation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34440" y="4855464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scanners trusted blindly. No public audit trail. Whistleblowers risk their careers.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760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34440" y="52578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accountability layer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34440" y="5568696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wrong, students learn about it from news channels — not the exam body.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Pariksha — one platform, five guarantees.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+ biometrics + realtime monitoring + public audit.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697480"/>
            <a:ext cx="502920" cy="50292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6700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33375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encrypted at upload. Decryptable only at T-0 with 3-of-3 Shamir key-share ceremony.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70832" y="246888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9432" y="2697480"/>
            <a:ext cx="502920" cy="502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85232" y="26700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Bio-Lock Identity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9432" y="33375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liveness + Aadhaar match at entry. Re-verify every 5 minutes through the exam.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84464" y="246888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13064" y="2697480"/>
            <a:ext cx="502920" cy="50292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3064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98864" y="26700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Watch Console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13064" y="33375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Invigilators see a tiled grid of every candidate. Anomaly heat-map flags suspicious motion.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4340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457200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4544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Audit Trail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2120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signed and append-only. Auditors get read-only access — no edit, ever.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70832" y="434340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99432" y="4572000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285232" y="4544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 Incidents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99432" y="52120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uptime, p95 latency, public incident history. Trust by transparency.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84464" y="434340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13064" y="457200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13064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98864" y="4544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Console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513064" y="52120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distinct dashboards: Superadmin, Admin, Invigilator, Candidate, Institute.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1/4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TriShield Vault — papers that cannot leak.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key-holders. None of them can decrypt alone.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9050">
            <a:solidFill>
              <a:srgbClr val="C41E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697480"/>
            <a:ext cx="502920" cy="50292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2606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Examiner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share 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46888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2697480"/>
            <a:ext cx="502920" cy="502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0" y="2606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Controller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share 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03920" y="246888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32520" y="2697480"/>
            <a:ext cx="502920" cy="50292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18320" y="2606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Auditor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41832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share 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 rot="5400000">
            <a:off x="2331720" y="3840480"/>
            <a:ext cx="182880" cy="182880"/>
          </a:xfrm>
          <a:prstGeom prst="righ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 rot="5400000">
            <a:off x="6263640" y="3840480"/>
            <a:ext cx="182880" cy="182880"/>
          </a:xfrm>
          <a:prstGeom prst="righ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 rot="5400000">
            <a:off x="10195560" y="3840480"/>
            <a:ext cx="182880" cy="182880"/>
          </a:xfrm>
          <a:prstGeom prst="righ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20624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20624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CIPHERTEXT  ·  unlocked only when all three shares meet at T-0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Witness ceremony recorded and signed on-chain (audit-log table)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58704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Geographic key-share redundancy — no single region can decrypt alone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11733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Tamper-evident: any byte change invalidates the GCM tag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2/4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Bio-Lock + Live Watch — every face, every minute.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inference. Zero server CPU per heartbeat.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68880"/>
            <a:ext cx="73152" cy="1737360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06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verification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Aadhaar photo OCR + face-api.js descriptor match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36499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Liveness check: blink + head-turn challenge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71246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Photo, geolocation, and device fingerprint logged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246888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2468880"/>
            <a:ext cx="73152" cy="1737360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606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In-exam re-verification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0175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Auto re-capture every 5 minutes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36499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Face-mismatch → flag + invigilator alert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0" y="371246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Object-detector watches for second person /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389120"/>
            <a:ext cx="73152" cy="1737360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526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 console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4937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Live grid of all candidates in centre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528523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Heat-map ranks risk in realtime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563270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One-click suspend with mandatory note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438912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09360" y="4389120"/>
            <a:ext cx="73152" cy="1737360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4526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4937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Inference runs in the candidate's browser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528523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Snapshots auto-purged after results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563270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Audit log shows every staff access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TODAY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features. Production-grade.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— judges can sign in and click through every flow.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" y="265176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2651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5420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+ Shamir 3-of-3 lock ceremony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70832" y="242316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17136" y="265176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7136" y="2651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10912" y="25420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Bio-Lock identity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10912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liveness + 5-min re-verify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84464" y="242316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0768" y="265176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30768" y="2651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24544" y="254203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Watch console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24544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grid, anomaly heat-map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" y="361188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97280" y="350215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Paper-leak detector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97280" y="37947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pattern match against open Telegram corpus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70832" y="338328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17136" y="361188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17136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10912" y="350215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dashboards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10912" y="37947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 · Admin · Invigilator · Candidate · Institute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284464" y="338328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30768" y="361188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30768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924544" y="350215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&amp; reports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24544" y="37947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PDF export, auditor RO access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34340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" y="457200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97280" y="446227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status page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97280" y="4754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uptime, p95, incident history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70832" y="434340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17136" y="457200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17136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10912" y="446227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 card / certs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010912" y="4754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Print-ready, watermarked, single-render PDF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284464" y="434340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30768" y="457200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30768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924544" y="446227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 inbox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924544" y="4754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case ref, served from edge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530352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3504" y="553212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3504" y="5532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97280" y="542239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 toolkit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097280" y="5715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Contrast, dyslexic font, reduced motion, cursor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370832" y="530352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17136" y="553212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17136" y="5532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10912" y="542239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(test mode)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010912" y="5715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embedded checkout, webhook reconciliation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284464" y="5303520"/>
            <a:ext cx="3703320" cy="82296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430768" y="5532120"/>
            <a:ext cx="384048" cy="38404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430768" y="5532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924544" y="5422392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helper chat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924544" y="5715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Lovable AI gateway, scoped to demo accounts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Edge-native, type-safe, biometric-ready.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 where it counts. Sharp tech where it matters.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651760"/>
            <a:ext cx="502920" cy="50292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6334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React 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33375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TanStack Start v1 (SSR)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72160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Tailwind v4 + shadcn/ui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372160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Vite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246888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51760"/>
            <a:ext cx="502920" cy="502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223760" y="26334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83680" y="33375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TanStack server functions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81160" y="33375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Supabase Postgres + RLS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72160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Cloudflare Workers edge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81160" y="372160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pg_cron + webhooks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38912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572000"/>
            <a:ext cx="502920" cy="50292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71600" y="455371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31520" y="52578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AES-256-GCM (Web Crypto)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29000" y="52578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Shamir secret sharing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" y="564184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face-api.js (on-device)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29000" y="564184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TensorFlow.js object detector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0" y="438912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57200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223760" y="455371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&amp; data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583680" y="52578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Lovable AI gateway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81160" y="52578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Stripe (test mode)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64184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Postgres read replicas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81160" y="5641848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Append-only audit log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at a glance.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edge. Single source of truth. Defence in depth.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1247120" cy="71323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68880"/>
            <a:ext cx="109728" cy="7132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5328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browser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app · face-api.js · object-detector · service worker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11247120" cy="71323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337560"/>
            <a:ext cx="109728" cy="7132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015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SSR (Workers)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70332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Start · server functions · rate-limit · request middleware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06240"/>
            <a:ext cx="11247120" cy="71323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4206240"/>
            <a:ext cx="109728" cy="71323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702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RLS · read replicas · audit log · realtime channels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5074920"/>
            <a:ext cx="11247120" cy="71323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5074920"/>
            <a:ext cx="109728" cy="7132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389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anchors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544068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 (3-of-3) · KMS · pg_cron · webhooks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PEAK 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Holds up when a million students click Start.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our load harness, not marketing copy.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65176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1M+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" y="35204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candidates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70832" y="24688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70832" y="265176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10K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370832" y="35204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requests/sec sustained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84464" y="24688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265176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&lt;120ms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284464" y="35204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API latency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976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48056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457200" y="53492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centres in parallel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70832" y="42976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448056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4370832" y="53492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re-verify cycle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84464" y="42976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4464" y="4480560"/>
            <a:ext cx="3703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41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8284464" y="53492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geo-redundant key shards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Defence in depth — every layer assumes the next one is breached.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60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560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WAF · DDoS sponge · rate-limit per route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31546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on every table · CSP, HSTS, X-Frame · audit log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49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37490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OTP · staff gate · server-side role check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43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0" y="43434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at rest · Shamir 3-of-3 for papers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84632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377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0" y="49377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face match · liveness · re-verify every 5 min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532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0" y="55321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· auditor read-only · public status page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PARIKSHA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roles. One source of truth.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console scoped to exactly what that role needs — nothing more.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697480"/>
            <a:ext cx="548640" cy="5486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33832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settings, role grants, audit log, paper-leak detector.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70832" y="24688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9432" y="2697480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30952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9432" y="33832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Exams, centres, candidates, incidents, integrity reports.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84464" y="24688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13064" y="2697480"/>
            <a:ext cx="548640" cy="54864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3064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44584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13064" y="33832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Watch grid, attendance, incident filing, seating plan.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452628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4572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212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Profile, exams, results, billing, notifications.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70832" y="4297680"/>
            <a:ext cx="3703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99432" y="452628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30952" y="45720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99432" y="5212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papers, start exam window, view aggregate scores.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PARIKSHA WINS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Mapped to the FAR AWAY judging rubric.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line, accounted for.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14600"/>
            <a:ext cx="320040" cy="3200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25146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 3-of-3 lock ceremony + on-device liveness — not seen in any Indian exam platform.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108960"/>
            <a:ext cx="320040" cy="3200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3108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1089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24M+ candidates/yr. ₹3,400 cr/yr leak losses. Direct line to a measurable national crisis.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03320"/>
            <a:ext cx="320040" cy="3200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03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37033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SSR, RLS, on-device ML, AES-GCM, append-only audit, realtime channels.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0624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297680"/>
            <a:ext cx="320040" cy="3200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297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97280" y="4297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74720" y="4297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working role consoles, paid checkout, status page, admin incident inbox.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80060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92040"/>
            <a:ext cx="320040" cy="3200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92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97280" y="4892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&amp; a11y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74720" y="4892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mode, dyslexic font, reduced motion — built in, not retrofitted.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5486400"/>
            <a:ext cx="320040" cy="32004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486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9728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readiness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474720" y="5486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password unlocks all five roles. Status page proves uptime live.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the hackathon.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to the first live national exam window.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788920" cy="34747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60320"/>
            <a:ext cx="2788920" cy="548640"/>
          </a:xfrm>
          <a:prstGeom prst="rect">
            <a:avLst/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603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291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university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candidates, single centre, full TriShield ceremony.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2560320"/>
            <a:ext cx="2788920" cy="34747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2560320"/>
            <a:ext cx="2788920" cy="548640"/>
          </a:xfrm>
          <a:prstGeom prst="rect">
            <a:avLst/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25603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291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State-level recruitment exam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66160" y="402336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centres, multi-region key shards, Hindi + 8 regional languages.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2560320"/>
            <a:ext cx="2788920" cy="34747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2560320"/>
            <a:ext cx="2788920" cy="548640"/>
          </a:xfrm>
          <a:prstGeom prst="rect">
            <a:avLst/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25603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3291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observer programme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92240" y="402336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auditor access for journalists and student unions.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235440" y="2560320"/>
            <a:ext cx="2788920" cy="34747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0" y="2560320"/>
            <a:ext cx="2788920" cy="548640"/>
          </a:xfrm>
          <a:prstGeom prst="rect">
            <a:avLst/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35440" y="25603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418320" y="3291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rollout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418320" y="402336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/ JEE / UPSC scale. ISO 27001 audit. Bug-bounty live.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password. Five roles. Zero setup.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at the live URL and switch consoles freely.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432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pariksha-platform.lovable.app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candidate@pariksha.in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invigilator@pariksha.in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251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admin@pariksha.in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5262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superadmin@pariksha.in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4800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institute@pariksha.in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349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(all five):  Demo@1234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 FIRST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3017520"/>
            <a:ext cx="292608" cy="29260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017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12280" y="30175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/status  — see live uptime + p95 latency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3566160"/>
            <a:ext cx="292608" cy="29260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3566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superadmin  → Paper-Leak Detector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4114800"/>
            <a:ext cx="292608" cy="29260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114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41148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 invigilator  → Live Watch console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0" y="4663440"/>
            <a:ext cx="292608" cy="29260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46634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12280" y="46634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 candidate  → Give Exam (TriShield Vault)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5212080"/>
            <a:ext cx="292608" cy="292608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5212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12280" y="521208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admin → Incidents — file &amp; resolve one live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256032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9848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0" y="64922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F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in 7 days, end-to-end.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agency. No prebuilt template. Every line shipped by us.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880360"/>
            <a:ext cx="914400" cy="914400"/>
          </a:xfrm>
          <a:prstGeom prst="ellipse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880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2880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32918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framing, role flows, accessibility audit, deck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56032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2880360"/>
            <a:ext cx="914400" cy="9144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880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680960" y="2880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0" y="32918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19, TanStack routing, shadcn, animations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29768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617720"/>
            <a:ext cx="914400" cy="91440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617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828800" y="4617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828800" y="502920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functions, RLS, audit log, payments wiring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429768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4617720"/>
            <a:ext cx="914400" cy="9144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4617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680960" y="4617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680960" y="502920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Vault, RLS audit, scanner remediations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C"/>
          </a:solidFill>
          <a:ln w="12700">
            <a:solidFill>
              <a:srgbClr val="0A0F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mark, earned.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5943600" y="3931920"/>
            <a:ext cx="365760" cy="54864"/>
          </a:xfrm>
          <a:prstGeom prst="rect">
            <a:avLst/>
          </a:prstGeom>
          <a:solidFill>
            <a:srgbClr val="C41E3A"/>
          </a:solidFill>
          <a:ln w="12700">
            <a:solidFill>
              <a:srgbClr val="C41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slogan — a contract between the candidate, the examining body, and the nation that depends on the result.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pariksha-platform.lovable.app   ·   Built for FAR AWAY Hackathon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FAR AWAY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Pariksha — Every mark, earned.</dc:title>
  <dc:subject>PptxGenJS Presentation</dc:subject>
  <dc:creator>Team Pariksha</dc:creator>
  <cp:lastModifiedBy>Team Pariksha</cp:lastModifiedBy>
  <cp:revision>1</cp:revision>
  <dcterms:created xsi:type="dcterms:W3CDTF">2026-06-12T06:58:38Z</dcterms:created>
  <dcterms:modified xsi:type="dcterms:W3CDTF">2026-06-12T06:58:38Z</dcterms:modified>
</cp:coreProperties>
</file>