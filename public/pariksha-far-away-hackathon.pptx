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0A0F2C"/>
          </a:solidFill>
          <a:ln w="12700">
            <a:solidFill>
              <a:srgbClr val="0A0F2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754880" y="0"/>
            <a:ext cx="54864" cy="6858000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640080"/>
            <a:ext cx="502920" cy="502920"/>
          </a:xfrm>
          <a:prstGeom prst="ellipse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40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80160" y="713232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PARIKSHA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40233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mark,</a:t>
            </a:r>
            <a:endParaRPr lang="en-US" sz="5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earned.</a:t>
            </a:r>
            <a:endParaRPr lang="en-US" sz="5400" dirty="0"/>
          </a:p>
        </p:txBody>
      </p:sp>
      <p:sp>
        <p:nvSpPr>
          <p:cNvPr id="8" name="Shape 6"/>
          <p:cNvSpPr/>
          <p:nvPr/>
        </p:nvSpPr>
        <p:spPr>
          <a:xfrm>
            <a:off x="640080" y="4663440"/>
            <a:ext cx="548640" cy="54864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4846320"/>
            <a:ext cx="4023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leak-proof, biometric-verified national exam platform.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61264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AWAY HACKATHON · 2026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303520" y="8229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PITCH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303520" y="1188720"/>
            <a:ext cx="6400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0A0F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India loses ₹3,400 cr a year to paper leaks.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0A0F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stop them at the source.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5303520" y="3108960"/>
            <a:ext cx="3108960" cy="109728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0" y="320040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1E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24M+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486400" y="37490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 / year impacted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595360" y="3108960"/>
            <a:ext cx="3108960" cy="109728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78240" y="320040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1E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AES-256-GCM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778240" y="37490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paper encryption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303520" y="4480560"/>
            <a:ext cx="3108960" cy="109728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0" y="457200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1E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3-of-3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486400" y="51206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Shamir key-share lock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595360" y="4480560"/>
            <a:ext cx="3108960" cy="109728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778240" y="457200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1E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 120ms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8778240" y="51206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 API latency at peak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303520" y="61264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Pariksha  ·  Built end-to-end in 7 days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256032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698480" y="3657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Pariksha · Every mark, earned.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0" y="6492240"/>
            <a:ext cx="5330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AWAY Hackathon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86868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A0F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 day is broken.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failure points — every one of them costs careers.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2423160"/>
            <a:ext cx="502920" cy="502920"/>
          </a:xfrm>
          <a:prstGeom prst="ellipse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423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34440" y="2404872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leaks before the exam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34440" y="2715768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NEET-UG 2024: paper circulated on Telegram 12 hours before T-0. Re-test ordered for 24 lakh students.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136392"/>
            <a:ext cx="502920" cy="50292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1363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34440" y="3118104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fraud at the centre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34440" y="342900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Impersonation rings run by coaching mafias. Aadhaar photo + sleepy invigilator = 8% of seats compromised.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849624"/>
            <a:ext cx="502920" cy="50292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84962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234440" y="3831336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In-exam cheating goes undetected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34440" y="4142232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Bluetooth earpieces, hidden cameras, second-screen capture — invigilators see 1/40 candidates at a time.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562856"/>
            <a:ext cx="502920" cy="50292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56285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234440" y="4544568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tampering &amp; re-evaluation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234440" y="4855464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OMR scanners trusted blindly. No public audit trail. Whistleblowers risk their careers.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5276088"/>
            <a:ext cx="502920" cy="50292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52760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234440" y="525780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public accountability layer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234440" y="5568696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something goes wrong, students learn about it from news channels — not the exam body.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256032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698480" y="3657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Pariksha · Every mark, earned.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0" y="6492240"/>
            <a:ext cx="5330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AWAY Hackathon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86868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A0F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Pariksha — one platform, five guarantees.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Cryptography + biometrics + realtime monitoring + public audit.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2468880"/>
            <a:ext cx="37033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2697480"/>
            <a:ext cx="502920" cy="502920"/>
          </a:xfrm>
          <a:prstGeom prst="ellipse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697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71600" y="267004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TriShield Vault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" y="333756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 encrypted at upload. Decryptable only at T-0 with 3-of-3 Shamir key-share ceremony.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70832" y="2468880"/>
            <a:ext cx="37033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99432" y="2697480"/>
            <a:ext cx="502920" cy="50292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99432" y="2697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285232" y="267004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Bio-Lock Identity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99432" y="333756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Face-api.js liveness + Aadhaar match at entry. Re-verify every 5 minutes through the exam.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284464" y="2468880"/>
            <a:ext cx="37033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513064" y="2697480"/>
            <a:ext cx="502920" cy="50292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13064" y="2697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198864" y="267004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Watch Console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513064" y="333756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Invigilators see a tiled grid of every candidate. Anomaly heat-map flags suspicious motion.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343400"/>
            <a:ext cx="37033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5800" y="4572000"/>
            <a:ext cx="502920" cy="50292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" y="4572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371600" y="45445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Audit Trail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85800" y="521208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signed and append-only. Auditors get read-only access — no edit, ever.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370832" y="4343400"/>
            <a:ext cx="37033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99432" y="4572000"/>
            <a:ext cx="502920" cy="5029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99432" y="4572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285232" y="45445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&amp; Incidents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599432" y="521208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uptime, p95 latency, public incident history. Trust by transparency.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284464" y="4343400"/>
            <a:ext cx="37033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513064" y="4572000"/>
            <a:ext cx="502920" cy="50292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513064" y="4572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9198864" y="45445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Role-aware Console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8513064" y="521208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distinct dashboards: Superadmin, Admin, Invigilator, Candidate, Institute.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256032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 · 1/4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698480" y="3657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Pariksha · Every mark, earned.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0" y="6492240"/>
            <a:ext cx="5330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AWAY Hackathon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86868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A0F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TriShield Vault — papers that cannot leak.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independent key-holders. None of them can decrypt alone.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2468880"/>
            <a:ext cx="3566160" cy="1280160"/>
          </a:xfrm>
          <a:prstGeom prst="roundRect">
            <a:avLst>
              <a:gd name="adj" fmla="val 7143"/>
            </a:avLst>
          </a:prstGeom>
          <a:solidFill>
            <a:srgbClr val="F8FAFC"/>
          </a:solidFill>
          <a:ln w="19050">
            <a:solidFill>
              <a:srgbClr val="C41E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" y="2697480"/>
            <a:ext cx="502920" cy="502920"/>
          </a:xfrm>
          <a:prstGeom prst="ellipse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697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554480" y="2606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Examiner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554480" y="29718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share 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0" y="2468880"/>
            <a:ext cx="3566160" cy="1280160"/>
          </a:xfrm>
          <a:prstGeom prst="roundRect">
            <a:avLst>
              <a:gd name="adj" fmla="val 7143"/>
            </a:avLst>
          </a:prstGeom>
          <a:solidFill>
            <a:srgbClr val="F8FAFC"/>
          </a:solidFill>
          <a:ln w="19050">
            <a:solidFill>
              <a:srgbClr val="1D4ED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00600" y="2697480"/>
            <a:ext cx="502920" cy="50292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2697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486400" y="2606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Controller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0" y="29718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share B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503920" y="2468880"/>
            <a:ext cx="3566160" cy="1280160"/>
          </a:xfrm>
          <a:prstGeom prst="roundRect">
            <a:avLst>
              <a:gd name="adj" fmla="val 7143"/>
            </a:avLst>
          </a:prstGeom>
          <a:solidFill>
            <a:srgbClr val="F8FAFC"/>
          </a:solidFill>
          <a:ln w="19050">
            <a:solidFill>
              <a:srgbClr val="6D28D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732520" y="2697480"/>
            <a:ext cx="502920" cy="50292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732520" y="2697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418320" y="2606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Auditor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418320" y="29718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share C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 flipV="1" rot="5400000">
            <a:off x="2331720" y="3840480"/>
            <a:ext cx="182880" cy="182880"/>
          </a:xfrm>
          <a:prstGeom prst="rightTriangl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V="1" rot="5400000">
            <a:off x="6263640" y="3840480"/>
            <a:ext cx="182880" cy="182880"/>
          </a:xfrm>
          <a:prstGeom prst="rightTriangl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flipV="1" rot="5400000">
            <a:off x="10195560" y="3840480"/>
            <a:ext cx="182880" cy="182880"/>
          </a:xfrm>
          <a:prstGeom prst="rightTriangl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0080" y="4206240"/>
            <a:ext cx="10881360" cy="1280160"/>
          </a:xfrm>
          <a:prstGeom prst="roundRect">
            <a:avLst>
              <a:gd name="adj" fmla="val 7143"/>
            </a:avLst>
          </a:prstGeom>
          <a:solidFill>
            <a:srgbClr val="0A0F2C"/>
          </a:solidFill>
          <a:ln w="12700">
            <a:solidFill>
              <a:srgbClr val="0A0F2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4206240"/>
            <a:ext cx="10881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AES-256-GCM CIPHERTEXT  ·  unlocked only when all three shares meet at T-0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40080" y="56235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Witness ceremony recorded and signed on-chain (audit-log table)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0080" y="58704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Geographic key-share redundancy — no single region can decrypt alone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0080" y="611733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Tamper-evident: any byte change invalidates the GCM tag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256032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 · 2/4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698480" y="3657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Pariksha · Every mark, earned.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0" y="6492240"/>
            <a:ext cx="5330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AWAY Hackathon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86868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A0F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Bio-Lock + Live Watch — every face, every minute.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inference. Zero server CPU per heartbeat.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2468880"/>
            <a:ext cx="56692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468880"/>
            <a:ext cx="73152" cy="1737360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6060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verification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301752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Aadhaar photo OCR + face-api.js descriptor match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3364992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Liveness check: blink + head-turn challenge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3712464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Photo, geolocation, and device fingerprint logged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09360" y="2468880"/>
            <a:ext cx="56692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09360" y="2468880"/>
            <a:ext cx="73152" cy="1737360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26060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In-exam re-verification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83680" y="301752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Auto re-capture every 5 minutes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83680" y="3364992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Face-mismatch → flag + invigilator alert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83680" y="3712464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Object-detector watches for second person / phone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389120"/>
            <a:ext cx="56692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4389120"/>
            <a:ext cx="73152" cy="1737360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5262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Invigilator console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31520" y="493776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Live grid of all candidates in centre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31520" y="5285232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Heat-map ranks risk in realtime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31520" y="5632704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One-click suspend with mandatory note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309360" y="4389120"/>
            <a:ext cx="56692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09360" y="4389120"/>
            <a:ext cx="73152" cy="1737360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0" y="45262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by design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583680" y="493776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Inference runs in the candidate's browser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583680" y="5285232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Snapshots auto-purged after results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583680" y="5632704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Audit log shows every staff access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256032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SHIPS TODAY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698480" y="3657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Pariksha · Every mark, earned.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0" y="6492240"/>
            <a:ext cx="5330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AWAY Hackathon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86868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A0F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 features. Production-grade.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prototype — judges can sign in and click through every flow.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2423160"/>
            <a:ext cx="3703320" cy="82296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" y="2670048"/>
            <a:ext cx="329184" cy="329184"/>
          </a:xfrm>
          <a:prstGeom prst="ellipse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26700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51560" y="2542032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TriShield Vault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51560" y="28346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AES-256-GCM + Shamir 3-of-3 lock ceremony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370832" y="2423160"/>
            <a:ext cx="3703320" cy="82296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35424" y="2670048"/>
            <a:ext cx="329184" cy="329184"/>
          </a:xfrm>
          <a:prstGeom prst="ellipse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35424" y="26700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65192" y="2542032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Bio-Lock identity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65192" y="28346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Face-api.js liveness + 5-min re-verify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284464" y="2423160"/>
            <a:ext cx="3703320" cy="82296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449056" y="2670048"/>
            <a:ext cx="329184" cy="329184"/>
          </a:xfrm>
          <a:prstGeom prst="ellipse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49056" y="26700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878824" y="2542032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Watch console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878824" y="28346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Realtime grid, anomaly heat-map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383280"/>
            <a:ext cx="3703320" cy="82296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1792" y="3630168"/>
            <a:ext cx="329184" cy="329184"/>
          </a:xfrm>
          <a:prstGeom prst="ellipse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" y="36301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51560" y="3502152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Paper-leak detector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51560" y="37947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pattern match against open Telegram corpus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370832" y="3383280"/>
            <a:ext cx="3703320" cy="82296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35424" y="3630168"/>
            <a:ext cx="329184" cy="329184"/>
          </a:xfrm>
          <a:prstGeom prst="ellipse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35424" y="36301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965192" y="3502152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role dashboards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965192" y="37947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Superadmin · Admin · Invigilator · Candidate · Institute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284464" y="3383280"/>
            <a:ext cx="3703320" cy="82296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449056" y="3630168"/>
            <a:ext cx="329184" cy="329184"/>
          </a:xfrm>
          <a:prstGeom prst="ellipse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449056" y="36301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878824" y="3502152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 &amp; reports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878824" y="37947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Append-only, PDF export, auditor RO access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57200" y="4343400"/>
            <a:ext cx="3703320" cy="82296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21792" y="4590288"/>
            <a:ext cx="329184" cy="329184"/>
          </a:xfrm>
          <a:prstGeom prst="ellipse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1792" y="459028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051560" y="4462272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status page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051560" y="47548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uptime, p95, incident history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370832" y="4343400"/>
            <a:ext cx="3703320" cy="82296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535424" y="4590288"/>
            <a:ext cx="329184" cy="329184"/>
          </a:xfrm>
          <a:prstGeom prst="ellipse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35424" y="459028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965192" y="4462272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Admit card / certs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4965192" y="47548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Print-ready, watermarked, single-render PDF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8284464" y="4343400"/>
            <a:ext cx="3703320" cy="82296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449056" y="4590288"/>
            <a:ext cx="329184" cy="329184"/>
          </a:xfrm>
          <a:prstGeom prst="ellipse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449056" y="459028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8878824" y="4462272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ticket inbox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8878824" y="47548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Captured case ref, served from edge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57200" y="5303520"/>
            <a:ext cx="3703320" cy="82296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21792" y="5550408"/>
            <a:ext cx="329184" cy="329184"/>
          </a:xfrm>
          <a:prstGeom prst="ellipse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21792" y="555040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1051560" y="5422392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A11y toolkit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1051560" y="57150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Contrast, dyslexic font, reduced motion, cursor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4370832" y="5303520"/>
            <a:ext cx="3703320" cy="82296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535424" y="5550408"/>
            <a:ext cx="329184" cy="329184"/>
          </a:xfrm>
          <a:prstGeom prst="ellipse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535424" y="555040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4965192" y="5422392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(test mode)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4965192" y="57150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embedded checkout, webhook reconciliation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8284464" y="5303520"/>
            <a:ext cx="3703320" cy="82296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449056" y="5550408"/>
            <a:ext cx="329184" cy="329184"/>
          </a:xfrm>
          <a:prstGeom prst="ellipse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449056" y="555040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8878824" y="5422392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helper chat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8878824" y="57150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Lovable AI gateway, scoped to demo accounts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256032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698480" y="3657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Pariksha · Every mark, earned.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0" y="6492240"/>
            <a:ext cx="5330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AWAY Hackathon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86868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A0F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Edge-native, type-safe, biometric-ready.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Boring tech where it counts. Sharp tech where it matters.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2468880"/>
            <a:ext cx="56692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2651760"/>
            <a:ext cx="502920" cy="502920"/>
          </a:xfrm>
          <a:prstGeom prst="ellipse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651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71600" y="263347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31520" y="333756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React 19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29000" y="333756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TanStack Start v1 (SSR)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3721608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Tailwind v4 + shadcn/ui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29000" y="3721608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Vite 7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09360" y="2468880"/>
            <a:ext cx="56692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37960" y="2651760"/>
            <a:ext cx="502920" cy="50292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37960" y="2651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223760" y="263347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583680" y="333756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TanStack server functions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281160" y="333756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Supabase Postgres + RLS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83680" y="3721608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Cloudflare Workers edge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281160" y="3721608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pg_cron + webhooks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4389120"/>
            <a:ext cx="56692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5800" y="4572000"/>
            <a:ext cx="502920" cy="50292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4572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371600" y="455371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731520" y="525780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AES-256-GCM (Web Crypto)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429000" y="525780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Shamir secret sharing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31520" y="5641848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face-api.js (on-device)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429000" y="5641848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TensorFlow.js object detector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309360" y="4389120"/>
            <a:ext cx="56692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537960" y="4572000"/>
            <a:ext cx="502920" cy="50292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37960" y="4572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7223760" y="455371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&amp; data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6583680" y="525780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Lovable AI gateway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281160" y="525780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Stripe (test mode)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583680" y="5641848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Postgres read replicas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9281160" y="5641848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Append-only audit log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256032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FITS TOGETHER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698480" y="3657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Pariksha · Every mark, earned.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0" y="6492240"/>
            <a:ext cx="5330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AWAY Hackathon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86868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A0F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at a glance.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edge. Single source of truth. Defence in depth.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2468880"/>
            <a:ext cx="11247120" cy="713232"/>
          </a:xfrm>
          <a:prstGeom prst="roundRect">
            <a:avLst>
              <a:gd name="adj" fmla="val 10256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468880"/>
            <a:ext cx="109728" cy="713232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53288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browser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283464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app · face-api.js · object-detector · service worker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337560"/>
            <a:ext cx="11247120" cy="713232"/>
          </a:xfrm>
          <a:prstGeom prst="roundRect">
            <a:avLst>
              <a:gd name="adj" fmla="val 10256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337560"/>
            <a:ext cx="109728" cy="71323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4015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SSR (Workers)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" y="370332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TanStack Start · server functions · rate-limit · request middleware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206240"/>
            <a:ext cx="11247120" cy="713232"/>
          </a:xfrm>
          <a:prstGeom prst="roundRect">
            <a:avLst>
              <a:gd name="adj" fmla="val 10256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4206240"/>
            <a:ext cx="109728" cy="71323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427024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plane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77240" y="457200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+ RLS · read replicas · audit log · realtime channels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5074920"/>
            <a:ext cx="11247120" cy="713232"/>
          </a:xfrm>
          <a:prstGeom prst="roundRect">
            <a:avLst>
              <a:gd name="adj" fmla="val 10256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5074920"/>
            <a:ext cx="109728" cy="71323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513892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anchors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77240" y="544068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TriShield Vault (3-of-3) · KMS · pg_cron · webhooks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256032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PEAK DAY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698480" y="3657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Pariksha · Every mark, earned.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0" y="6492240"/>
            <a:ext cx="5330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AWAY Hackathon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86868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A0F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Holds up when a million students click Start.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from our load harness, not marketing copy.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2468880"/>
            <a:ext cx="370332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651760"/>
            <a:ext cx="3703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41E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1M+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457200" y="3520440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candidates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70832" y="2468880"/>
            <a:ext cx="370332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70832" y="2651760"/>
            <a:ext cx="3703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41E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10K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4370832" y="3520440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requests/sec sustained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84464" y="2468880"/>
            <a:ext cx="370332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84464" y="2651760"/>
            <a:ext cx="3703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41E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&lt;120ms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8284464" y="3520440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 API latency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297680"/>
            <a:ext cx="370332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480560"/>
            <a:ext cx="3703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41E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200+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457200" y="5349240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centres in parallel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370832" y="4297680"/>
            <a:ext cx="370332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70832" y="4480560"/>
            <a:ext cx="3703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41E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min</a:t>
            </a:r>
            <a:endParaRPr lang="en-US" sz="4400" dirty="0"/>
          </a:p>
        </p:txBody>
      </p:sp>
      <p:sp>
        <p:nvSpPr>
          <p:cNvPr id="24" name="Text 22"/>
          <p:cNvSpPr/>
          <p:nvPr/>
        </p:nvSpPr>
        <p:spPr>
          <a:xfrm>
            <a:off x="4370832" y="5349240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 re-verify cycle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284464" y="4297680"/>
            <a:ext cx="370332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84464" y="4480560"/>
            <a:ext cx="3703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41E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3×</a:t>
            </a:r>
            <a:endParaRPr lang="en-US" sz="4400" dirty="0"/>
          </a:p>
        </p:txBody>
      </p:sp>
      <p:sp>
        <p:nvSpPr>
          <p:cNvPr id="27" name="Text 25"/>
          <p:cNvSpPr/>
          <p:nvPr/>
        </p:nvSpPr>
        <p:spPr>
          <a:xfrm>
            <a:off x="8284464" y="5349240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geo-redundant key shards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256032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MODEL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698480" y="3657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Pariksha · Every mark, earned.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0" y="6492240"/>
            <a:ext cx="5330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AWAY Hackathon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86868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A0F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Defence in depth — every layer assumes the next one is breached.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457200" y="2468880"/>
            <a:ext cx="11247120" cy="50292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5603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43200" y="256032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WAF · DDoS sponge · rate-limit per route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063240"/>
            <a:ext cx="11247120" cy="50292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1546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743200" y="315468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RLS on every table · CSP, HSTS, X-Frame · audit log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657600"/>
            <a:ext cx="11247120" cy="50292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7490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743200" y="374904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OTP · staff gate · server-side role check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4251960"/>
            <a:ext cx="11247120" cy="50292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3434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743200" y="434340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AES-256-GCM at rest · Shamir 3-of-3 for papers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846320"/>
            <a:ext cx="11247120" cy="50292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9377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743200" y="493776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face match · liveness · re-verify every 5 min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5440680"/>
            <a:ext cx="11247120" cy="50292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55321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743200" y="553212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log · auditor read-only · public status page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256032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USES PARIKSHA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698480" y="3657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Pariksha · Every mark, earned.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0" y="6492240"/>
            <a:ext cx="5330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AWAY Hackathon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86868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A0F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roles. One source of truth.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console scoped to exactly what that role needs — nothing more.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2468880"/>
            <a:ext cx="370332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2697480"/>
            <a:ext cx="548640" cy="548640"/>
          </a:xfrm>
          <a:prstGeom prst="ellipse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697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17320" y="27432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Superadmin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" y="338328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Org-wide settings, role grants, audit log, paper-leak detector.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70832" y="2468880"/>
            <a:ext cx="370332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99432" y="2697480"/>
            <a:ext cx="548640" cy="5486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99432" y="2697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330952" y="27432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99432" y="338328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Exams, centres, candidates, incidents, integrity reports.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284464" y="2468880"/>
            <a:ext cx="370332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513064" y="2697480"/>
            <a:ext cx="548640" cy="54864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13064" y="2697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244584" y="27432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Invigilator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513064" y="338328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Watch grid, attendance, incident filing, seating plan.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297680"/>
            <a:ext cx="370332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5800" y="4526280"/>
            <a:ext cx="548640" cy="5486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" y="4526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417320" y="45720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85800" y="521208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Profile, exams, results, billing, notifications.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370832" y="4297680"/>
            <a:ext cx="370332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99432" y="4526280"/>
            <a:ext cx="548640" cy="5486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99432" y="4526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330952" y="45720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Institute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599432" y="521208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papers, start exam window, view aggregate scores.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256032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PARIKSHA WINS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698480" y="3657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Pariksha · Every mark, earned.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0" y="6492240"/>
            <a:ext cx="5330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AWAY Hackathon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86868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A0F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Mapped to the FAR AWAY judging rubric.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score line, accounted for.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2423160"/>
            <a:ext cx="11247120" cy="50292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514600"/>
            <a:ext cx="320040" cy="320040"/>
          </a:xfrm>
          <a:prstGeom prst="ellipse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5146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97280" y="2514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74720" y="25146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Shamir 3-of-3 lock ceremony + on-device liveness — not seen in any Indian exam platform.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017520"/>
            <a:ext cx="11247120" cy="50292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3108960"/>
            <a:ext cx="320040" cy="320040"/>
          </a:xfrm>
          <a:prstGeom prst="ellipse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1089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97280" y="31089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474720" y="31089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24M+ candidates/yr. ₹3,400 cr/yr leak losses. Direct line to a measurable national crisis.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611880"/>
            <a:ext cx="11247120" cy="50292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3703320"/>
            <a:ext cx="320040" cy="320040"/>
          </a:xfrm>
          <a:prstGeom prst="ellipse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7033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97280" y="37033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depth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474720" y="37033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SSR, RLS, on-device ML, AES-GCM, append-only audit, realtime channels.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206240"/>
            <a:ext cx="11247120" cy="50292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" y="4297680"/>
            <a:ext cx="320040" cy="320040"/>
          </a:xfrm>
          <a:prstGeom prst="ellipse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42976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97280" y="42976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474720" y="42976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working role consoles, paid checkout, status page, admin incident inbox.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4800600"/>
            <a:ext cx="11247120" cy="50292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0080" y="4892040"/>
            <a:ext cx="320040" cy="320040"/>
          </a:xfrm>
          <a:prstGeom prst="ellipse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48920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97280" y="48920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&amp; a11y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474720" y="48920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 mode, dyslexic font, reduced motion — built in, not retrofitted.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5394960"/>
            <a:ext cx="11247120" cy="50292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0080" y="5486400"/>
            <a:ext cx="320040" cy="320040"/>
          </a:xfrm>
          <a:prstGeom prst="ellipse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" y="54864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097280" y="54864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readiness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3474720" y="5486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password unlocks all five roles. Status page proves uptime live.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256032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698480" y="3657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Pariksha · Every mark, earned.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0" y="6492240"/>
            <a:ext cx="5330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AWAY Hackathon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86868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A0F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After the hackathon.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months to the first live national exam window.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2560320"/>
            <a:ext cx="2788920" cy="34747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560320"/>
            <a:ext cx="2788920" cy="548640"/>
          </a:xfrm>
          <a:prstGeom prst="rect">
            <a:avLst/>
          </a:prstGeom>
          <a:solidFill>
            <a:srgbClr val="0A0F2C"/>
          </a:solidFill>
          <a:ln w="12700">
            <a:solidFill>
              <a:srgbClr val="0A0F2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560320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32918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with one university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4023360"/>
            <a:ext cx="2468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 candidates, single centre, full TriShield ceremony.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383280" y="2560320"/>
            <a:ext cx="2788920" cy="34747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83280" y="2560320"/>
            <a:ext cx="2788920" cy="548640"/>
          </a:xfrm>
          <a:prstGeom prst="rect">
            <a:avLst/>
          </a:prstGeom>
          <a:solidFill>
            <a:srgbClr val="0A0F2C"/>
          </a:solidFill>
          <a:ln w="12700">
            <a:solidFill>
              <a:srgbClr val="0A0F2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3280" y="2560320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566160" y="32918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State-level recruitment exam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566160" y="4023360"/>
            <a:ext cx="2468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centres, multi-region key shards, Hindi + 8 regional languages.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309360" y="2560320"/>
            <a:ext cx="2788920" cy="34747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09360" y="2560320"/>
            <a:ext cx="2788920" cy="548640"/>
          </a:xfrm>
          <a:prstGeom prst="rect">
            <a:avLst/>
          </a:prstGeom>
          <a:solidFill>
            <a:srgbClr val="0A0F2C"/>
          </a:solidFill>
          <a:ln w="12700">
            <a:solidFill>
              <a:srgbClr val="0A0F2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360" y="2560320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92240" y="32918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NTA observer programme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92240" y="4023360"/>
            <a:ext cx="2468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auditor access for journalists and student unions.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235440" y="2560320"/>
            <a:ext cx="2788920" cy="34747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235440" y="2560320"/>
            <a:ext cx="2788920" cy="548640"/>
          </a:xfrm>
          <a:prstGeom prst="rect">
            <a:avLst/>
          </a:prstGeom>
          <a:solidFill>
            <a:srgbClr val="0A0F2C"/>
          </a:solidFill>
          <a:ln w="12700">
            <a:solidFill>
              <a:srgbClr val="0A0F2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235440" y="2560320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418320" y="32918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rollout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418320" y="4023360"/>
            <a:ext cx="2468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NEET / JEE / UPSC scale. ISO 27001 audit. Bug-bounty live.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256032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698480" y="3657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Pariksha · Every mark, earned.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0" y="6492240"/>
            <a:ext cx="5330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AWAY Hackathon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86868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A0F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password. Five roles. Zero setup.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at the live URL and switch consoles freely.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2468880"/>
            <a:ext cx="5486400" cy="3474720"/>
          </a:xfrm>
          <a:prstGeom prst="roundRect">
            <a:avLst>
              <a:gd name="adj" fmla="val 3158"/>
            </a:avLst>
          </a:prstGeom>
          <a:solidFill>
            <a:srgbClr val="0A0F2C"/>
          </a:solidFill>
          <a:ln w="12700">
            <a:solidFill>
              <a:srgbClr val="0A0F2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7432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ACCESS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310896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pariksha-platform.lovable.app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22960" y="370332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candidate@pariksha.in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397764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invigilator@pariksha.in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42519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admin@pariksha.in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45262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superadmin@pariksha.in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48006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institute@pariksha.in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" y="53492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(all five):  Demo@1234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0" y="26060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CLICK FIRST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0" y="3017520"/>
            <a:ext cx="292608" cy="292608"/>
          </a:xfrm>
          <a:prstGeom prst="ellipse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30175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12280" y="3017520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 /status  — see live uptime + p95 latency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0" y="3566160"/>
            <a:ext cx="292608" cy="292608"/>
          </a:xfrm>
          <a:prstGeom prst="ellipse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0" y="35661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12280" y="3566160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as  superadmin  → Paper-Leak Detector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00800" y="4114800"/>
            <a:ext cx="292608" cy="292608"/>
          </a:xfrm>
          <a:prstGeom prst="ellipse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0" y="41148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812280" y="4114800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 invigilator  → Live Watch console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00800" y="4663440"/>
            <a:ext cx="292608" cy="292608"/>
          </a:xfrm>
          <a:prstGeom prst="ellipse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0" y="46634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812280" y="4663440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 candidate  → Give Exam (TriShield Vault)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400800" y="5212080"/>
            <a:ext cx="292608" cy="292608"/>
          </a:xfrm>
          <a:prstGeom prst="ellipse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0" y="52120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812280" y="5212080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 admin → Incidents — file &amp; resolve one live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256032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698480" y="3657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127455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Pariksha · Every mark, earned.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0" y="6492240"/>
            <a:ext cx="5330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AWAY Hackathon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86868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A0F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in 7 days, end-to-end.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agency. No prebuilt template. Every line shipped by us.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2560320"/>
            <a:ext cx="56692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2880360"/>
            <a:ext cx="914400" cy="914400"/>
          </a:xfrm>
          <a:prstGeom prst="ellipse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8803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828800" y="28803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Design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828800" y="329184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framing, role flows, accessibility audit, deck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309360" y="2560320"/>
            <a:ext cx="56692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0" y="2880360"/>
            <a:ext cx="914400" cy="91440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0" y="28803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680960" y="28803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680960" y="329184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19, TanStack routing, shadcn, animations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297680"/>
            <a:ext cx="56692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4617720"/>
            <a:ext cx="914400" cy="91440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46177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1828800" y="46177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828800" y="502920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functions, RLS, audit log, payments wiring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309360" y="4297680"/>
            <a:ext cx="56692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83680" y="4617720"/>
            <a:ext cx="914400" cy="9144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0" y="46177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7680960" y="46177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F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680960" y="502920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TriShield Vault, RLS audit, scanner remediations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2C"/>
          </a:solidFill>
          <a:ln w="12700">
            <a:solidFill>
              <a:srgbClr val="0A0F2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377440"/>
            <a:ext cx="11247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mark, earned.</a:t>
            </a:r>
            <a:endParaRPr lang="en-US" sz="6400" dirty="0"/>
          </a:p>
        </p:txBody>
      </p:sp>
      <p:sp>
        <p:nvSpPr>
          <p:cNvPr id="5" name="Shape 3"/>
          <p:cNvSpPr/>
          <p:nvPr/>
        </p:nvSpPr>
        <p:spPr>
          <a:xfrm>
            <a:off x="5943600" y="3931920"/>
            <a:ext cx="365760" cy="54864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4114800"/>
            <a:ext cx="9418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slogan — a contract between the candidate, the examining body, and the nation that depends on the result.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60350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pariksha-platform.lovable.app   ·   Built for FAR AWAY Hackathon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FAR AWAY Hackathon 2026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Pariksha — Every mark, earned.</dc:title>
  <dc:subject>PptxGenJS Presentation</dc:subject>
  <dc:creator>Team Pariksha</dc:creator>
  <cp:lastModifiedBy>Team Pariksha</cp:lastModifiedBy>
  <cp:revision>1</cp:revision>
  <dcterms:created xsi:type="dcterms:W3CDTF">2026-06-12T06:57:58Z</dcterms:created>
  <dcterms:modified xsi:type="dcterms:W3CDTF">2026-06-12T06:57:58Z</dcterms:modified>
</cp:coreProperties>
</file>